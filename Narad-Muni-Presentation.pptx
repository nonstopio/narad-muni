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NARAD MUNI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Once. Publish Everywhere.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standup takes 15–20 minutes across Slack, Teams, and Jira.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Narad Muni brings that down to under 2 minutes.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the divine messenger who carries word across the three worlds.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4389120"/>
            <a:ext cx="219456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NonStop 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Daily Update Ritual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Slack, recall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554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956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update with bullets &amp; links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956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59152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359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Teams, rewrite differently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359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761488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Jira, find each ticket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761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163824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 on 3+ tickets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1638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566160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recurring meetings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3566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968496"/>
            <a:ext cx="292608" cy="292608"/>
          </a:xfrm>
          <a:prstGeom prst="ellipse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totals add to 8h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39684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462272"/>
            <a:ext cx="4206240" cy="36576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daily time wasted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0" y="45537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~16 min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03520" y="1554480"/>
            <a:ext cx="3291840" cy="96012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0" y="155448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6751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platforms daily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0" y="2697480"/>
            <a:ext cx="3291840" cy="96012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03520" y="269748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5.3h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67512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 / Month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75120" y="3081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status reporting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03520" y="3840480"/>
            <a:ext cx="3291840" cy="96012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03520" y="384048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667512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/ Year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75120" y="4224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for a 50-person org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Voice. Three Worlds.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naturally for 30 seconds. Narad Muni formats and publishes to Slack, Teams, and Jira simultaneously.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463040" cy="23774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Today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calendar,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29968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94560" y="2103120"/>
            <a:ext cx="1463040" cy="23774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28600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5146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8600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naturally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75888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40480" y="2103120"/>
            <a:ext cx="1463040" cy="23774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93192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5146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3192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Parses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3192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times,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extracted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321808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0" y="2103120"/>
            <a:ext cx="1463040" cy="23774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57784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51460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7784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per platform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sending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67728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132320" y="2103120"/>
            <a:ext cx="1463040" cy="23774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22376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51460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22376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platforms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at once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minutes 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After: </a:t>
            </a:r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minutes 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Saved: </a:t>
            </a:r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minutes/day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AI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 Naturally. AI Does the Rest.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Recording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recording (Cmd+R)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60fps waveform visualizer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 transcription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063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— multiple takes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383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Auto-punctuation &amp; formatting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Providers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66360" y="221284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6"/>
          <p:cNvSpPr/>
          <p:nvPr/>
        </p:nvSpPr>
        <p:spPr>
          <a:xfrm>
            <a:off x="54406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Claude CLI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1323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needed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0" y="2542032"/>
            <a:ext cx="347472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66360" y="265176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0"/>
          <p:cNvSpPr/>
          <p:nvPr/>
        </p:nvSpPr>
        <p:spPr>
          <a:xfrm>
            <a:off x="5440680" y="25420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132320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29200" y="2980944"/>
            <a:ext cx="347472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166360" y="30906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5440680" y="29809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7132320" y="2980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SDK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029200" y="3419856"/>
            <a:ext cx="347472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66360" y="352958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28"/>
          <p:cNvSpPr/>
          <p:nvPr/>
        </p:nvSpPr>
        <p:spPr>
          <a:xfrm>
            <a:off x="5440680" y="3419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Cursor CLI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7132320" y="34198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needed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31520" y="3931920"/>
            <a:ext cx="7680960" cy="10058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9144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AI Extracts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914400" y="4315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tasks[]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91440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IDs &amp; times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788920" y="4315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blockers[]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278892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663440" y="4315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timeEntries[]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66344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Jira-ready logs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537960" y="4315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slackFormat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53796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mrkdwn output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Worlds. One Dispatch.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46888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246888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783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Webhook POST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3182112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mrkdwn formatting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52958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@mentions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387705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auto-tag on blockers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42245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6012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linkification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37560" y="1554480"/>
            <a:ext cx="246888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37560" y="1554480"/>
            <a:ext cx="246888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178308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Teams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520440" y="28346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7033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 v1.4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520440" y="3182112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70332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sections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520440" y="352958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70332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&lt;at&gt;user&lt;/at&gt; mentions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20440" y="387705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70332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auto-tag on blockers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520440" y="42245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70332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ticket links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080760" y="1554480"/>
            <a:ext cx="246888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080760" y="155448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78308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179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6263640" y="28346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4465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v3 worklogs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263640" y="3182112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44652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Timezone-aware UTC conversion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263640" y="352958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44652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protection (2s delay)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263640" y="387705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44652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with backoff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263640" y="42245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44652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— no double posts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Power Users.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10515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Entries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recurring tasks once. Auto-injected daily, AI-aware to avoid duplicates.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508760"/>
            <a:ext cx="3657600" cy="10515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 Detection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blockers and auto-tags your team lead on Slack and Teams.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1520" y="2743200"/>
            <a:ext cx="3657600" cy="10515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63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Linkification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PROJ-123 auto-converts to clickable links in Slack mrkdwn and Teams markdown.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2743200"/>
            <a:ext cx="3657600" cy="10515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63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 Auto-Save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saves every 1.5s. Per-day drafts restored automatically.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1520" y="3977640"/>
            <a:ext cx="3657600" cy="10515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976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Keyboard Shortcuts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41732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Cmd+R to record, Cmd+Enter to parse, vim-style navigation (gh, gc, gs).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54880" y="3977640"/>
            <a:ext cx="3657600" cy="10515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2976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Mode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44068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Re-send only failed platforms without duplicating successful ones.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Numbers Speak.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~19 min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context switches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platforms, manual formatting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657600" cy="164592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3657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 min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actions: speak + dispatch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 updated simultaneously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solidFill>
            <a:srgbClr val="1E1E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76809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5.7 hrs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 hrs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people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hrs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680 hrs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people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425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 hrs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1,700 hrs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46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people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846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850 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4846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283 hrs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4846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3,400 hrs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Modern. Runs Local.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581912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1764792"/>
            <a:ext cx="36576" cy="36576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508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/ Text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button or keyboard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13055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313432"/>
            <a:ext cx="36576" cy="36576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057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Deepgram Nova-3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6791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" y="2862072"/>
            <a:ext cx="36576" cy="36576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606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Parser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788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 structured 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3410712"/>
            <a:ext cx="36576" cy="36576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154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 &amp; Edit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tabs: Slack, Teams, Jira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77647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" y="3959352"/>
            <a:ext cx="36576" cy="36576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703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REST API calls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325112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2519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(Prisma)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434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&amp; history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25856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2167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167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+ shadcn/ui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59689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505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9352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2843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2843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Prisma 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27355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182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3182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61188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395020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0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better-sqlite3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28853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4197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4197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4480560"/>
            <a:ext cx="384048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4480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.env files — all config is DB-backed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Minutes to First Update.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macOS app or run npm run dev for web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Divine Oracle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Deepgram API key + choose AI provider in Settings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0837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08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Slack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incoming webhook URL and Slack User 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75818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7581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Teams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014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webhook URL, enter your name and user 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5087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Jira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URL, email, API token, project key, timezone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2585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Repeat Entries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standup, sprint ceremonies, team sync — set once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300837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008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Recording!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today on the calendar and speak your update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.env files needed — everything configured through the Settings UI and stored locally.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 Narayan!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Recording.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Platforms.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2 Minutes.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 shall reach all three worlds.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NonStop 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Narad Muni — Record Once, Publish Everywhere</dc:title>
  <dc:subject>PptxGenJS Presentation</dc:subject>
  <dc:creator>NonStop io</dc:creator>
  <cp:lastModifiedBy>NonStop io</cp:lastModifiedBy>
  <cp:revision>1</cp:revision>
  <dcterms:created xsi:type="dcterms:W3CDTF">2026-02-25T22:41:47Z</dcterms:created>
  <dcterms:modified xsi:type="dcterms:W3CDTF">2026-02-25T22:41:47Z</dcterms:modified>
</cp:coreProperties>
</file>